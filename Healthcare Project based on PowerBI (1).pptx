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bh tiwari" userId="60f2c4172504168a" providerId="LiveId" clId="{E3C91AC6-19CF-446E-A44B-4F01A88D28CE}"/>
    <pc:docChg chg="delSld">
      <pc:chgData name="saurabh tiwari" userId="60f2c4172504168a" providerId="LiveId" clId="{E3C91AC6-19CF-446E-A44B-4F01A88D28CE}" dt="2026-07-02T05:25:38.158" v="0" actId="2696"/>
      <pc:docMkLst>
        <pc:docMk/>
      </pc:docMkLst>
      <pc:sldChg chg="del">
        <pc:chgData name="saurabh tiwari" userId="60f2c4172504168a" providerId="LiveId" clId="{E3C91AC6-19CF-446E-A44B-4F01A88D28CE}" dt="2026-07-02T05:25:38.158" v="0" actId="2696"/>
        <pc:sldMkLst>
          <pc:docMk/>
          <pc:sldMk cId="7630729"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DDB595-7A33-4FF1-9655-014C14F982C2}"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E56B0-0C0B-438A-814C-38AAFDD23206}" type="slidenum">
              <a:rPr lang="en-US" smtClean="0"/>
              <a:t>‹#›</a:t>
            </a:fld>
            <a:endParaRPr lang="en-US"/>
          </a:p>
        </p:txBody>
      </p:sp>
    </p:spTree>
    <p:extLst>
      <p:ext uri="{BB962C8B-B14F-4D97-AF65-F5344CB8AC3E}">
        <p14:creationId xmlns:p14="http://schemas.microsoft.com/office/powerpoint/2010/main" val="255396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patient based on  Medical Condition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Number of patient in Medical Condition (Gender)</a:t>
            </a:r>
            <a:endParaRPr dirty="0"/>
          </a:p>
          <a:p>
            <a:r>
              <a:rPr b="0" dirty="0"/>
              <a:t>No alt text provided</a:t>
            </a:r>
            <a:endParaRPr dirty="0"/>
          </a:p>
          <a:p>
            <a:endParaRPr dirty="0"/>
          </a:p>
          <a:p>
            <a:r>
              <a:rPr b="1" dirty="0"/>
              <a:t>Number of Insurance Provider in each Medical Condition</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Patient based on Year</a:t>
            </a:r>
            <a:endParaRPr dirty="0"/>
          </a:p>
          <a:p>
            <a:r>
              <a:rPr b="0" dirty="0"/>
              <a:t>No alt text provided</a:t>
            </a:r>
            <a:endParaRPr dirty="0"/>
          </a:p>
          <a:p>
            <a:endParaRPr dirty="0"/>
          </a:p>
          <a:p>
            <a:r>
              <a:rPr b="1" dirty="0"/>
              <a:t>Total number of Billing Amount in each Year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Number of Patient in each Admission Type</a:t>
            </a:r>
            <a:endParaRPr dirty="0"/>
          </a:p>
          <a:p>
            <a:r>
              <a:rPr b="0" dirty="0"/>
              <a:t>No alt text provided</a:t>
            </a:r>
            <a:endParaRPr dirty="0"/>
          </a:p>
          <a:p>
            <a:endParaRPr dirty="0"/>
          </a:p>
          <a:p>
            <a:r>
              <a:rPr b="1" dirty="0"/>
              <a:t>Number of Patient in each Test Result</a:t>
            </a:r>
            <a:endParaRPr dirty="0"/>
          </a:p>
          <a:p>
            <a:r>
              <a:rPr b="0" dirty="0"/>
              <a:t>No alt text provided</a:t>
            </a:r>
            <a:endParaRPr dirty="0"/>
          </a:p>
          <a:p>
            <a:endParaRPr dirty="0"/>
          </a:p>
          <a:p>
            <a:r>
              <a:rPr b="1" dirty="0"/>
              <a:t>Number of Patient in each Medication</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7/2/2026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c5de8a1a-c755-4ccf-9a26-14c4176b8867/?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c5de8a1a-c755-4ccf-9a26-14c4176b8867/?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c5de8a1a-c755-4ccf-9a26-14c4176b8867/?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umber of patient based on  Medical Condition ,cardVisual ,cardVisual ,slicer ,Number of patient in Medical Condition (Gender) ,Number of Insurance Provider in each Medical Conditi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Dashboard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umber of Patient based on Year ,Total number of Billing Amount in each Yea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Dashboard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umber of Patient in each Admission Type ,Number of Patient in each Test Result ,Number of Patient in each Medicati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Dashboard 3</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111</Words>
  <Application>Microsoft Office PowerPoint</Application>
  <PresentationFormat>Widescreen</PresentationFormat>
  <Paragraphs>33</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Custom Design</vt:lpstr>
      <vt:lpstr>Dashboard 1</vt:lpstr>
      <vt:lpstr>Dashboard 2</vt:lpstr>
      <vt:lpstr>Dashboard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saurabh tiwari</cp:lastModifiedBy>
  <cp:revision>4</cp:revision>
  <dcterms:created xsi:type="dcterms:W3CDTF">2016-09-04T11:54:55Z</dcterms:created>
  <dcterms:modified xsi:type="dcterms:W3CDTF">2026-07-02T05:25:42Z</dcterms:modified>
</cp:coreProperties>
</file>